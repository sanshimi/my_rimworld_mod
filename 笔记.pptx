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BEE00-BF70-E7A4-5132-419A31F5C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277A36-C237-2913-16B7-40AD68E65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CAABE4-B6DB-D2FF-ED73-D4E8AB03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715429-464E-E999-59BE-02BF4B83F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881969-F031-5501-4408-CCF89AFC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23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4CC2A-495C-C07D-C2AE-00C88FA9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3697B-C633-D532-DA5D-67330DF3C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F3555A-9F7A-631A-0EBB-3CEA4D0D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CAF962-9710-A899-55AF-071A0C80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043F9D-AB5A-77A3-9653-ABAB7080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70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50643-7DBB-AC4D-58E1-DEE38536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80BE8C-6D05-4291-E373-CEEEBB965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88AFA4-B1E4-9F0E-B0C9-960E302B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C9F68-E682-B223-94CE-23D8A7805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E7D8D-9BE8-CE02-316F-95809412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16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F634E-E405-1FE4-003C-3ABDA438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8CCA83-9CCB-F8D5-F967-5807D2E7F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B9BB0F-ABC5-A617-8BDF-DD29EC507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B0060-2B72-3B5B-E5AF-EDBA02BF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6C704C-8D4B-E3DF-3ACB-CDC93DC2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B99B86-09A2-0F30-2842-179C4FE1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500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D3E15-1F49-ED1E-1A7E-C81158DC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FE87F-C472-18E3-CE7E-E8FE31BFF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652EBD-5D00-0A8A-962F-4A65B9419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8A23AD-22A3-D2E3-E005-C42C49826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AE3299-70FA-1466-2F43-546317461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09F8517-01C3-1734-DAAC-F3843591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84E4F9-06C0-8CE3-E955-91E42E92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D6EA86-40F2-1621-725A-02041BC7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300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605F0-11FD-423D-2CED-9D096145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0F2961-4612-7587-0B3E-A955FB5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DFCD42-59FF-E367-7A05-C6FAC1E5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9280C0-4281-3A73-CD9F-65E4E698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58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C762E2-71F4-3C46-B1ED-1C594D298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8886F7-2C22-2EF6-54EA-4994B18D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37984A-F356-E8F6-8C51-7EEF4F25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52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A1F6D-9D09-B78D-E7FD-797D15D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DF4186-3261-931C-820C-24D0DD603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68C636-4A6E-B720-EAE4-377B06B2F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DCEA92-DFA6-14CC-02A0-41634A197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496D21-471D-432A-7DF5-C114C689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5FCB8A-8916-765C-B88A-7BA42852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95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3185F-C98A-B932-567E-71330553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A7241B-B053-DD3C-9DAF-15684BDAC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A00D71-2D91-CC86-D1C2-611C173AD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7AE0D8-925E-64DC-45AD-48905BA1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D00E83-92CC-06F6-D9CC-5211BE444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314D98-7A89-1461-9E16-B3DAFCB2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89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2934E-DE71-DF19-263A-07EA0263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7E2917-2B69-8AE6-3E51-288BBFF08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0F6F82-7BD0-7D07-849E-B75051EA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90D873-31F8-DAE5-E5D6-9CFD50E6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F4E29-D0F0-4FE3-2C20-3ABF66C5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68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6B22CF-0F86-7D12-855C-792CB8398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479EFF-6474-02A5-5487-DCEA3B7E2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E1CA70-5568-6A44-9C61-FEBF83BF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44E367-09BE-BCA1-BB6C-B9BCAC817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6DBCEC-FAA7-C43E-1076-92238CB3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32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0AE7C3-3685-BF39-E1AA-162D17C32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13175-B46D-0A18-10C3-BA910F1F1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35C62D-7618-F26C-6243-C024B2758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13365-F4B8-4339-8C5D-72BA5ECFEDAC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E49CC3-E607-FD7B-BBDF-2B58CC46C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8D6C4-6FF9-63EE-FE03-0DED3C37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780FB-6EE6-4A42-A93E-412403AE7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74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imworldwiki.com/wiki/Modding_Tutorials/Basic_Plant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60B5872-0BAE-93A5-F5A1-F121EB1A7009}"/>
              </a:ext>
            </a:extLst>
          </p:cNvPr>
          <p:cNvSpPr txBox="1"/>
          <p:nvPr/>
        </p:nvSpPr>
        <p:spPr>
          <a:xfrm>
            <a:off x="600075" y="800100"/>
            <a:ext cx="420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自己开发的</a:t>
            </a:r>
            <a:r>
              <a:rPr lang="en-US" altLang="zh-CN" dirty="0"/>
              <a:t>mod:</a:t>
            </a:r>
          </a:p>
          <a:p>
            <a:r>
              <a:rPr lang="zh-CN" altLang="en-US" dirty="0"/>
              <a:t>最初可以放到游戏目录的</a:t>
            </a:r>
            <a:r>
              <a:rPr lang="en-US" altLang="zh-CN" dirty="0"/>
              <a:t>mods</a:t>
            </a:r>
            <a:r>
              <a:rPr lang="zh-CN" altLang="en-US" dirty="0"/>
              <a:t>目录下。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ACA1C2-01B3-9336-BA36-4801D85C6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013389"/>
            <a:ext cx="4743450" cy="26447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DE2BD1B-D665-D070-F522-5B591A9C1779}"/>
              </a:ext>
            </a:extLst>
          </p:cNvPr>
          <p:cNvSpPr txBox="1"/>
          <p:nvPr/>
        </p:nvSpPr>
        <p:spPr>
          <a:xfrm>
            <a:off x="6819900" y="800100"/>
            <a:ext cx="445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第一步是制作</a:t>
            </a:r>
            <a:r>
              <a:rPr lang="en-US" altLang="zh-CN" dirty="0"/>
              <a:t>About</a:t>
            </a:r>
            <a:r>
              <a:rPr lang="zh-CN" altLang="en-US" dirty="0"/>
              <a:t>文件目录和在里面写好</a:t>
            </a:r>
            <a:r>
              <a:rPr lang="en-US" altLang="zh-CN" dirty="0"/>
              <a:t>About.xml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F08ABC-8699-F14A-44B8-A1D2B562C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165" y="2013389"/>
            <a:ext cx="5078303" cy="264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6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1DEF58C-05BA-9B6C-FC60-1F5024A3CCB3}"/>
              </a:ext>
            </a:extLst>
          </p:cNvPr>
          <p:cNvSpPr txBox="1"/>
          <p:nvPr/>
        </p:nvSpPr>
        <p:spPr>
          <a:xfrm>
            <a:off x="885825" y="1162050"/>
            <a:ext cx="5748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rimsort</a:t>
            </a:r>
            <a:r>
              <a:rPr lang="zh-CN" altLang="en-US" dirty="0"/>
              <a:t>中点击</a:t>
            </a:r>
            <a:r>
              <a:rPr lang="en-US" altLang="zh-CN" dirty="0" err="1"/>
              <a:t>Reflesh</a:t>
            </a:r>
            <a:r>
              <a:rPr lang="zh-CN" altLang="en-US" dirty="0"/>
              <a:t>可以看到自己新写的</a:t>
            </a:r>
            <a:r>
              <a:rPr lang="en-US" altLang="zh-CN" dirty="0"/>
              <a:t>mod</a:t>
            </a:r>
            <a:r>
              <a:rPr lang="zh-CN" altLang="en-US" dirty="0"/>
              <a:t>出现。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29B55D-5E66-0B19-D1B5-6B46E19C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55" y="2038349"/>
            <a:ext cx="4380201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6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11E54D-30B3-F8D1-8ED7-AF3696D89C7E}"/>
              </a:ext>
            </a:extLst>
          </p:cNvPr>
          <p:cNvSpPr txBox="1"/>
          <p:nvPr/>
        </p:nvSpPr>
        <p:spPr>
          <a:xfrm>
            <a:off x="1028700" y="485775"/>
            <a:ext cx="48846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接下来尝试在环世界中新添加植物：番薯</a:t>
            </a:r>
            <a:endParaRPr lang="en-US" altLang="zh-CN" dirty="0"/>
          </a:p>
          <a:p>
            <a:r>
              <a:rPr lang="zh-CN" altLang="en-US" dirty="0"/>
              <a:t>代码参考教程：</a:t>
            </a:r>
            <a:r>
              <a:rPr lang="fr-FR" altLang="zh-CN" dirty="0">
                <a:hlinkClick r:id="rId2"/>
              </a:rPr>
              <a:t>Basic Plant - RimWorld Wiki</a:t>
            </a:r>
            <a:endParaRPr lang="fr-FR" altLang="zh-CN" dirty="0"/>
          </a:p>
          <a:p>
            <a:endParaRPr lang="en-US" altLang="zh-CN" dirty="0"/>
          </a:p>
          <a:p>
            <a:r>
              <a:rPr lang="zh-CN" altLang="en-US" dirty="0"/>
              <a:t>获取贴图：</a:t>
            </a:r>
            <a:endParaRPr lang="en-US" altLang="zh-CN" dirty="0"/>
          </a:p>
          <a:p>
            <a:r>
              <a:rPr lang="zh-CN" altLang="en-US" dirty="0"/>
              <a:t>利用 </a:t>
            </a:r>
            <a:r>
              <a:rPr lang="en-US" altLang="zh-CN" dirty="0"/>
              <a:t>Gemini 3 </a:t>
            </a:r>
            <a:r>
              <a:rPr lang="zh-CN" altLang="en-US" dirty="0"/>
              <a:t>进行贴图生成，未来再请美术。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D83361-380C-B941-3539-E9C57D60D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03" y="2103470"/>
            <a:ext cx="5667842" cy="22606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3F3EA2-1F2A-9FFA-D734-39012E414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222" y="4504515"/>
            <a:ext cx="1630703" cy="16307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73308DD-22D8-91A4-8BCE-8C87B34CBC7A}"/>
              </a:ext>
            </a:extLst>
          </p:cNvPr>
          <p:cNvSpPr txBox="1"/>
          <p:nvPr/>
        </p:nvSpPr>
        <p:spPr>
          <a:xfrm>
            <a:off x="7458075" y="1066800"/>
            <a:ext cx="4342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trike="sngStrike" dirty="0"/>
              <a:t>使用</a:t>
            </a:r>
            <a:r>
              <a:rPr lang="en-US" altLang="zh-CN" strike="sngStrike" dirty="0"/>
              <a:t>PS</a:t>
            </a:r>
            <a:r>
              <a:rPr lang="zh-CN" altLang="en-US" strike="sngStrike" dirty="0"/>
              <a:t>将背景扣掉</a:t>
            </a:r>
            <a:r>
              <a:rPr lang="en-US" altLang="zh-CN" dirty="0"/>
              <a:t>PS</a:t>
            </a:r>
            <a:r>
              <a:rPr lang="zh-CN" altLang="en-US" dirty="0"/>
              <a:t>内置</a:t>
            </a:r>
            <a:r>
              <a:rPr lang="en-US" altLang="zh-CN" dirty="0"/>
              <a:t>AI</a:t>
            </a:r>
            <a:r>
              <a:rPr lang="zh-CN" altLang="en-US" dirty="0"/>
              <a:t>一键移除背景</a:t>
            </a:r>
          </a:p>
          <a:p>
            <a:r>
              <a:rPr lang="zh-CN" altLang="en-US" dirty="0"/>
              <a:t>，并设置图片导出为</a:t>
            </a:r>
            <a:r>
              <a:rPr lang="en-US" altLang="zh-CN" dirty="0"/>
              <a:t>256×256</a:t>
            </a:r>
            <a:r>
              <a:rPr lang="zh-CN" altLang="en-US" dirty="0"/>
              <a:t>像素。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3F3E08D-D56C-D6D6-6E34-DA687E4E2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7641" y="2103470"/>
            <a:ext cx="3878656" cy="32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4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5EC2923-FA1D-A97E-DE66-06CDC94C6DBD}"/>
              </a:ext>
            </a:extLst>
          </p:cNvPr>
          <p:cNvSpPr txBox="1"/>
          <p:nvPr/>
        </p:nvSpPr>
        <p:spPr>
          <a:xfrm>
            <a:off x="638175" y="809625"/>
            <a:ext cx="6457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根据教程，在</a:t>
            </a:r>
            <a:r>
              <a:rPr lang="en-US" altLang="zh-CN" dirty="0"/>
              <a:t>mod</a:t>
            </a:r>
            <a:r>
              <a:rPr lang="zh-CN" altLang="en-US" dirty="0"/>
              <a:t>目录下新建</a:t>
            </a:r>
            <a:r>
              <a:rPr lang="en-US" altLang="zh-CN" dirty="0"/>
              <a:t>Textures</a:t>
            </a:r>
            <a:r>
              <a:rPr lang="zh-CN" altLang="en-US" dirty="0"/>
              <a:t>目录存放图片。</a:t>
            </a:r>
            <a:endParaRPr lang="en-US" altLang="zh-CN" dirty="0"/>
          </a:p>
          <a:p>
            <a:r>
              <a:rPr lang="zh-CN" altLang="en-US" dirty="0"/>
              <a:t>必须要在</a:t>
            </a:r>
            <a:r>
              <a:rPr lang="en-US" altLang="zh-CN" dirty="0"/>
              <a:t>Textures</a:t>
            </a:r>
            <a:r>
              <a:rPr lang="zh-CN" altLang="en-US" dirty="0"/>
              <a:t>目录下，并且</a:t>
            </a:r>
            <a:r>
              <a:rPr lang="zh-CN" altLang="en-US" dirty="0">
                <a:solidFill>
                  <a:srgbClr val="FF0000"/>
                </a:solidFill>
              </a:rPr>
              <a:t>确保</a:t>
            </a:r>
            <a:r>
              <a:rPr lang="en-US" altLang="zh-CN" dirty="0">
                <a:solidFill>
                  <a:srgbClr val="FF0000"/>
                </a:solidFill>
              </a:rPr>
              <a:t>Textures</a:t>
            </a:r>
            <a:r>
              <a:rPr lang="zh-CN" altLang="en-US" dirty="0">
                <a:solidFill>
                  <a:srgbClr val="FF0000"/>
                </a:solidFill>
              </a:rPr>
              <a:t>名字没有打错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目录内部图片的存放路径则可以按自己心意设置，</a:t>
            </a:r>
            <a:r>
              <a:rPr lang="zh-CN" altLang="en-US" dirty="0">
                <a:solidFill>
                  <a:schemeClr val="accent2"/>
                </a:solidFill>
              </a:rPr>
              <a:t>但尽量保持一定个人风格</a:t>
            </a:r>
            <a:r>
              <a:rPr lang="zh-CN" altLang="en-US" dirty="0"/>
              <a:t>，以免与其他模组冲突。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CA5882-0149-0A41-1F5C-64545F04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70" y="2309541"/>
            <a:ext cx="4643905" cy="27017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3196838-333B-66F1-241F-2A2472FCB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919" y="1983740"/>
            <a:ext cx="4643906" cy="14452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FB189E4-7AA1-B658-D71B-99AC0E095704}"/>
              </a:ext>
            </a:extLst>
          </p:cNvPr>
          <p:cNvSpPr txBox="1"/>
          <p:nvPr/>
        </p:nvSpPr>
        <p:spPr>
          <a:xfrm>
            <a:off x="7562850" y="1086623"/>
            <a:ext cx="355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植物的贴图偷懒了，先拿教程里面的贴图改个名字用一下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DB6B25-0490-7506-CEF5-253A450AA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829" y="3748094"/>
            <a:ext cx="6387292" cy="144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9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7B348A-D3C8-80B4-A1F9-2095A8F72D7F}"/>
              </a:ext>
            </a:extLst>
          </p:cNvPr>
          <p:cNvSpPr txBox="1"/>
          <p:nvPr/>
        </p:nvSpPr>
        <p:spPr>
          <a:xfrm>
            <a:off x="514350" y="219075"/>
            <a:ext cx="64579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番薯和土豆较为相似，都是根茎类作物，所以准备使用原版土豆的相关说明作为基础模板。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原版植物路径在：</a:t>
            </a:r>
            <a:endParaRPr lang="en-US" altLang="zh-CN" dirty="0"/>
          </a:p>
          <a:p>
            <a:r>
              <a:rPr lang="en-US" altLang="zh-CN" dirty="0"/>
              <a:t>…/Data/Core/</a:t>
            </a:r>
            <a:r>
              <a:rPr lang="en-US" altLang="zh-CN" dirty="0" err="1"/>
              <a:t>Defs</a:t>
            </a:r>
            <a:r>
              <a:rPr lang="en-US" altLang="zh-CN" dirty="0"/>
              <a:t>/</a:t>
            </a:r>
            <a:r>
              <a:rPr lang="en-US" altLang="zh-CN" dirty="0" err="1"/>
              <a:t>ThingDefs_Plants</a:t>
            </a:r>
            <a:r>
              <a:rPr lang="en-US" altLang="zh-CN" dirty="0"/>
              <a:t>/Plants_Cultivated_Farm.xml</a:t>
            </a:r>
          </a:p>
          <a:p>
            <a:r>
              <a:rPr lang="zh-CN" altLang="en-US" dirty="0"/>
              <a:t>原版野生植物路径在：</a:t>
            </a:r>
            <a:endParaRPr lang="en-US" altLang="zh-CN" dirty="0"/>
          </a:p>
          <a:p>
            <a:r>
              <a:rPr lang="en-US" altLang="zh-CN" dirty="0"/>
              <a:t>Data/Core/</a:t>
            </a:r>
            <a:r>
              <a:rPr lang="en-US" altLang="zh-CN" dirty="0" err="1"/>
              <a:t>Defs</a:t>
            </a:r>
            <a:r>
              <a:rPr lang="en-US" altLang="zh-CN" dirty="0"/>
              <a:t>/</a:t>
            </a:r>
            <a:r>
              <a:rPr lang="en-US" altLang="zh-CN" dirty="0" err="1"/>
              <a:t>ThingDefs_Plants</a:t>
            </a:r>
            <a:r>
              <a:rPr lang="en-US" altLang="zh-CN" dirty="0"/>
              <a:t>/Plants_Wild_General.xml</a:t>
            </a:r>
          </a:p>
          <a:p>
            <a:r>
              <a:rPr lang="zh-CN" altLang="en-US" dirty="0"/>
              <a:t>它们都在一个目录下，这也提示了泰南的</a:t>
            </a:r>
            <a:r>
              <a:rPr lang="en-US" altLang="zh-CN" dirty="0"/>
              <a:t>mod</a:t>
            </a:r>
            <a:r>
              <a:rPr lang="zh-CN" altLang="en-US" dirty="0"/>
              <a:t>接口设计：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mod</a:t>
            </a:r>
            <a:r>
              <a:rPr lang="zh-CN" altLang="en-US" dirty="0"/>
              <a:t>目录中写代码文件时要遵循一定的路径规范。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创建</a:t>
            </a:r>
            <a:r>
              <a:rPr lang="en-US" altLang="zh-CN" dirty="0" err="1"/>
              <a:t>Defs</a:t>
            </a:r>
            <a:r>
              <a:rPr lang="zh-CN" altLang="en-US" dirty="0"/>
              <a:t>目录进行存放</a:t>
            </a:r>
            <a:r>
              <a:rPr lang="en-US" altLang="zh-CN" dirty="0"/>
              <a:t>.xml</a:t>
            </a:r>
            <a:r>
              <a:rPr lang="zh-CN" altLang="en-US" dirty="0"/>
              <a:t>文件。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B6D598-B06B-408E-280A-F70B58D9E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3667076"/>
            <a:ext cx="5981700" cy="5704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3C026A3-42B3-75A5-AA82-1DA9BB363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89" y="4237496"/>
            <a:ext cx="6068272" cy="188621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9BBD53B-0488-2051-0F0C-2E888F4C178D}"/>
              </a:ext>
            </a:extLst>
          </p:cNvPr>
          <p:cNvSpPr txBox="1"/>
          <p:nvPr/>
        </p:nvSpPr>
        <p:spPr>
          <a:xfrm>
            <a:off x="7581900" y="1076325"/>
            <a:ext cx="397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</a:t>
            </a:r>
            <a:r>
              <a:rPr lang="en-US" altLang="zh-CN" dirty="0" err="1"/>
              <a:t>Vscode</a:t>
            </a:r>
            <a:r>
              <a:rPr lang="zh-CN" altLang="en-US" dirty="0"/>
              <a:t>在该目录下创建番薯植物对应的</a:t>
            </a:r>
            <a:r>
              <a:rPr lang="en-US" altLang="zh-CN" dirty="0"/>
              <a:t>xml</a:t>
            </a:r>
            <a:r>
              <a:rPr lang="zh-CN" altLang="en-US" dirty="0"/>
              <a:t>文件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9A40A4-3CC0-7E85-4D8F-3F0FB2055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373" y="2102286"/>
            <a:ext cx="2353003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5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D1E883-6F67-79C4-C2C6-6875F026AB77}"/>
              </a:ext>
            </a:extLst>
          </p:cNvPr>
          <p:cNvSpPr txBox="1"/>
          <p:nvPr/>
        </p:nvSpPr>
        <p:spPr>
          <a:xfrm>
            <a:off x="485776" y="561975"/>
            <a:ext cx="59340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从原版代码文件</a:t>
            </a:r>
            <a:r>
              <a:rPr lang="en-US" altLang="zh-CN" dirty="0"/>
              <a:t>Plants_Cultivated_Farm.xml </a:t>
            </a:r>
            <a:r>
              <a:rPr lang="zh-CN" altLang="en-US" dirty="0"/>
              <a:t>复制土豆相关的代码字段。修改的时候可以参考</a:t>
            </a:r>
            <a:r>
              <a:rPr lang="en-US" altLang="zh-CN" dirty="0"/>
              <a:t>wiki</a:t>
            </a:r>
            <a:r>
              <a:rPr lang="zh-CN" altLang="en-US" dirty="0"/>
              <a:t>教程上</a:t>
            </a:r>
            <a:r>
              <a:rPr lang="en-US" altLang="zh-CN" dirty="0" err="1"/>
              <a:t>Github</a:t>
            </a:r>
            <a:r>
              <a:rPr lang="zh-CN" altLang="en-US" dirty="0"/>
              <a:t>项目的代码注释，</a:t>
            </a:r>
            <a:r>
              <a:rPr lang="zh-CN" altLang="en-US" dirty="0">
                <a:solidFill>
                  <a:schemeClr val="accent2"/>
                </a:solidFill>
              </a:rPr>
              <a:t>可以让</a:t>
            </a:r>
            <a:r>
              <a:rPr lang="en-US" altLang="zh-CN" dirty="0">
                <a:solidFill>
                  <a:schemeClr val="accent2"/>
                </a:solidFill>
              </a:rPr>
              <a:t>AI</a:t>
            </a:r>
            <a:r>
              <a:rPr lang="zh-CN" altLang="en-US" dirty="0">
                <a:solidFill>
                  <a:schemeClr val="accent2"/>
                </a:solidFill>
              </a:rPr>
              <a:t>帮你分析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根据教程，由于野生个体和种植个体其他属性都一致，所以可以采用定义一个基本父类和</a:t>
            </a:r>
            <a:r>
              <a:rPr lang="en-US" altLang="zh-CN" dirty="0"/>
              <a:t>2</a:t>
            </a:r>
            <a:r>
              <a:rPr lang="zh-CN" altLang="en-US" dirty="0"/>
              <a:t>个继承父类的子类的方式，在同一个</a:t>
            </a:r>
            <a:r>
              <a:rPr lang="en-US" altLang="zh-CN" dirty="0"/>
              <a:t>xml</a:t>
            </a:r>
            <a:r>
              <a:rPr lang="zh-CN" altLang="en-US" dirty="0"/>
              <a:t>文件中定义一种作物和它的野生变体。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222A5F-88BD-6694-4A87-793AE7B40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6" y="2647950"/>
            <a:ext cx="5934074" cy="274733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1BDD401-3B7F-E73A-F392-F7FE4870EA9B}"/>
              </a:ext>
            </a:extLst>
          </p:cNvPr>
          <p:cNvSpPr txBox="1"/>
          <p:nvPr/>
        </p:nvSpPr>
        <p:spPr>
          <a:xfrm>
            <a:off x="7172324" y="742177"/>
            <a:ext cx="4533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将土豆的内容复制到</a:t>
            </a:r>
            <a:r>
              <a:rPr lang="en-US" altLang="zh-CN" dirty="0"/>
              <a:t>Plants_SweetPotato.xml</a:t>
            </a:r>
            <a:r>
              <a:rPr lang="zh-CN" altLang="en-US" dirty="0"/>
              <a:t>中。</a:t>
            </a:r>
            <a:endParaRPr lang="en-US" altLang="zh-CN" dirty="0"/>
          </a:p>
          <a:p>
            <a:r>
              <a:rPr lang="zh-CN" altLang="en-US" dirty="0"/>
              <a:t>注意还需要添加一个</a:t>
            </a:r>
            <a:r>
              <a:rPr lang="fr-FR" altLang="zh-CN" dirty="0"/>
              <a:t>&lt;Defs&gt; </a:t>
            </a:r>
            <a:r>
              <a:rPr lang="en-US" altLang="zh-CN" dirty="0"/>
              <a:t>&lt;/</a:t>
            </a:r>
            <a:r>
              <a:rPr lang="en-US" altLang="zh-CN" dirty="0" err="1"/>
              <a:t>Defs</a:t>
            </a:r>
            <a:r>
              <a:rPr lang="en-US" altLang="zh-CN" dirty="0"/>
              <a:t>&gt;</a:t>
            </a:r>
            <a:r>
              <a:rPr lang="zh-CN" altLang="en-US" dirty="0"/>
              <a:t>将该文件的所有代码包括其中。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4A7EDB-6D81-77AE-C594-EB24FA200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186" y="2464472"/>
            <a:ext cx="4948174" cy="215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6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4A59565-C600-28A4-59CD-F1D462994E06}"/>
              </a:ext>
            </a:extLst>
          </p:cNvPr>
          <p:cNvSpPr txBox="1"/>
          <p:nvPr/>
        </p:nvSpPr>
        <p:spPr>
          <a:xfrm>
            <a:off x="800100" y="914400"/>
            <a:ext cx="4448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参考教程源代码进行类的编写。出于带入感问题，暂时不设置野生番薯物种，所以直接继承最大的那个类就行了。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58729B-6D19-DF1E-C765-E2DEA0113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047875"/>
            <a:ext cx="5080271" cy="38957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1C4FEFB-44CC-52CB-1A3F-4BDFB5EC4015}"/>
              </a:ext>
            </a:extLst>
          </p:cNvPr>
          <p:cNvSpPr txBox="1"/>
          <p:nvPr/>
        </p:nvSpPr>
        <p:spPr>
          <a:xfrm>
            <a:off x="6943727" y="914400"/>
            <a:ext cx="41253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接下来开始写收获的作物。</a:t>
            </a:r>
            <a:endParaRPr lang="en-US" altLang="zh-CN" dirty="0"/>
          </a:p>
          <a:p>
            <a:r>
              <a:rPr lang="en-US" altLang="zh-CN" dirty="0"/>
              <a:t>Data/Core/</a:t>
            </a:r>
            <a:r>
              <a:rPr lang="en-US" altLang="zh-CN" dirty="0" err="1"/>
              <a:t>Defs</a:t>
            </a:r>
            <a:r>
              <a:rPr lang="en-US" altLang="zh-CN" dirty="0"/>
              <a:t>/</a:t>
            </a:r>
            <a:r>
              <a:rPr lang="en-US" altLang="zh-CN" dirty="0" err="1"/>
              <a:t>ThingDefs_Items</a:t>
            </a:r>
            <a:r>
              <a:rPr lang="en-US" altLang="zh-CN" dirty="0"/>
              <a:t>/Items_Resource_RawPlant.xml</a:t>
            </a:r>
          </a:p>
          <a:p>
            <a:r>
              <a:rPr lang="zh-CN" altLang="en-US" dirty="0"/>
              <a:t>同样从官方文件中复制土豆模板。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 err="1"/>
              <a:t>Vscode</a:t>
            </a:r>
            <a:r>
              <a:rPr lang="zh-CN" altLang="en-US" dirty="0"/>
              <a:t>继续创建对应路径下</a:t>
            </a:r>
            <a:r>
              <a:rPr lang="en-US" altLang="zh-CN" dirty="0"/>
              <a:t>xml</a:t>
            </a:r>
            <a:r>
              <a:rPr lang="zh-CN" altLang="en-US" dirty="0"/>
              <a:t>文件。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1C9CCF-AB6F-6243-C0C8-9F5492039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088" y="2581157"/>
            <a:ext cx="2143424" cy="8478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AAE11A1-DDCA-7E79-B84E-40AEA5869990}"/>
              </a:ext>
            </a:extLst>
          </p:cNvPr>
          <p:cNvSpPr txBox="1"/>
          <p:nvPr/>
        </p:nvSpPr>
        <p:spPr>
          <a:xfrm>
            <a:off x="7250349" y="3626405"/>
            <a:ext cx="2872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description</a:t>
            </a:r>
            <a:r>
              <a:rPr lang="zh-CN" altLang="en-US" dirty="0"/>
              <a:t>可以用</a:t>
            </a:r>
            <a:r>
              <a:rPr lang="en-US" altLang="zh-CN" dirty="0"/>
              <a:t>AI</a:t>
            </a:r>
            <a:r>
              <a:rPr lang="zh-CN" altLang="en-US" dirty="0"/>
              <a:t>生成。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78A915-78E6-04A7-C0CD-B3F40AEAD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7" y="4070896"/>
            <a:ext cx="3784476" cy="231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0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97EFB6-7D65-A806-F0A9-9501A3DFA98D}"/>
              </a:ext>
            </a:extLst>
          </p:cNvPr>
          <p:cNvSpPr txBox="1"/>
          <p:nvPr/>
        </p:nvSpPr>
        <p:spPr>
          <a:xfrm>
            <a:off x="695325" y="723900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进入</a:t>
            </a:r>
            <a:r>
              <a:rPr lang="en-US" altLang="zh-CN" dirty="0" err="1"/>
              <a:t>rimworld</a:t>
            </a:r>
            <a:r>
              <a:rPr lang="zh-CN" altLang="en-US" dirty="0"/>
              <a:t>检验结果。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C4C3E6-0272-CF32-AC46-B4705AF04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07" y="1571408"/>
            <a:ext cx="4010585" cy="310558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F6C4245-D186-F27C-C703-D918A1F2B23A}"/>
              </a:ext>
            </a:extLst>
          </p:cNvPr>
          <p:cNvSpPr txBox="1"/>
          <p:nvPr/>
        </p:nvSpPr>
        <p:spPr>
          <a:xfrm>
            <a:off x="7258050" y="1093232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看日志检查出来</a:t>
            </a:r>
            <a:r>
              <a:rPr lang="en-US" altLang="zh-CN" dirty="0"/>
              <a:t>2</a:t>
            </a:r>
            <a:r>
              <a:rPr lang="zh-CN" altLang="en-US" dirty="0"/>
              <a:t>处错误：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660037-A902-7ADC-1889-9FB06B2BB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49" y="1695450"/>
            <a:ext cx="5036741" cy="20481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621BF9-F637-3A08-339A-41852D467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449" y="3743585"/>
            <a:ext cx="4263057" cy="248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50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44C5374-FA9C-B565-5BF1-FD5CE1F13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28" y="1809524"/>
            <a:ext cx="4791744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24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518</Words>
  <Application>Microsoft Office PowerPoint</Application>
  <PresentationFormat>宽屏</PresentationFormat>
  <Paragraphs>38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s</dc:creator>
  <cp:lastModifiedBy>z s</cp:lastModifiedBy>
  <cp:revision>8</cp:revision>
  <dcterms:created xsi:type="dcterms:W3CDTF">2025-12-23T08:48:18Z</dcterms:created>
  <dcterms:modified xsi:type="dcterms:W3CDTF">2025-12-23T15:54:20Z</dcterms:modified>
</cp:coreProperties>
</file>